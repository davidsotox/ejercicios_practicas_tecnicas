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MontserratExtra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548126a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96" name="Google Shape;96;g21548126a9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1547bb08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102" name="Google Shape;102;g21547bb08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1547bb08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108" name="Google Shape;108;g21547bb08f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1547bb08f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114" name="Google Shape;114;g21547bb08f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1547bb08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120" name="Google Shape;120;g21547bb08fc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1547bb08f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126" name="Google Shape;126;g21547bb08fc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547bb08f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132" name="Google Shape;132;g21547bb08fc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1547bb08f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C"/>
              <a:t>Interrogantes de los estudiantes….. </a:t>
            </a:r>
            <a:endParaRPr/>
          </a:p>
        </p:txBody>
      </p:sp>
      <p:sp>
        <p:nvSpPr>
          <p:cNvPr id="138" name="Google Shape;138;g21547bb08fc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325"/>
            <a:ext cx="12191999" cy="684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452"/>
            <a:ext cx="12191998" cy="68550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5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1524000" y="2115654"/>
            <a:ext cx="914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Multimedia</a:t>
            </a:r>
            <a:endParaRPr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524000" y="3235275"/>
            <a:ext cx="91440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s-EC">
                <a:latin typeface="Montserrat SemiBold"/>
                <a:ea typeface="Montserrat SemiBold"/>
                <a:cs typeface="Montserrat SemiBold"/>
                <a:sym typeface="Montserrat SemiBold"/>
              </a:rPr>
              <a:t>Human-Computer Interaction y su relación con los sistemas y aplicaciones multimedia</a:t>
            </a:r>
            <a:endParaRPr b="1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s-EC">
                <a:latin typeface="Montserrat SemiBold"/>
                <a:ea typeface="Montserrat SemiBold"/>
                <a:cs typeface="Montserrat SemiBold"/>
                <a:sym typeface="Montserrat SemiBold"/>
              </a:rPr>
              <a:t>Caso de Estudio</a:t>
            </a:r>
            <a:endParaRPr b="1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764650" y="4925675"/>
            <a:ext cx="91440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David Soto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9" name="Google Shape;99;p15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AutoNum type="arabicPeriod"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Descripción general: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Este estudio se enfoca en analizar cómo la integración de elementos multimedia y los principios de la interacción humano-computadora (HCI) pueden revolucionar el diseño de aplicaciones destinadas a generar recetas culinarias innovadoras.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Asistente de hogar inteligente con interfaz multimedia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5" name="Google Shape;105;p16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2. Componentes de HCI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Interacción táctil de la pantalla del móvil directamente con la interfaz gráfica de la aplicación.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Diseño centrado en el usuario: Perfiles de usuario: La aplicación se adapta a los diferentes perfiles que pueden haber que son 3 actualmente (Entusiastas, chefs y restaurantes).  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Asistente de hogar inteligente con interfaz multimedia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1" name="Google Shape;111;p17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Componentes de HCI: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Accesibilidad: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Presente en la rueda de sabores, teniendo en cuenta la accesibilidad y contraste de manera correlacionada, esto directamente aplicado sobre usuarios con daltonismo.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Misma que tiene apartado de configuración en la pantalla de configuración de la cuenta del usuario, como el tipo de modo, visualizaciones y otras.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Asistente de hogar inteligente con interfaz multimedia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7" name="Google Shape;117;p18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3. Elementos multimedia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a) Pantalla: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Cambios de tipos de modo de la aplicación en la sección de configuración.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Rueda de sabores con sus anillos y subanillos correctamente y claramente etiquetados para su retroalimentación y guía intuitiva.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Asistente de hogar inteligente con interfaz multimedia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3" name="Google Shape;123;p19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3. 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Elementos multimedia: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b) Audio: C</a:t>
            </a: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ámara, audio y grabación para que el usuario pueda agregar sugerencias en el apartado de sugerencias.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Asistente de hogar inteligente con interfaz multimedia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9" name="Google Shape;129;p20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4. Características de la aplicación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a)  Inteligencia artificial: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Crea recetas tendenciales y nuevas con ayuda de los modelos de FlavorGraph y Autogloun.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Retroalimentación y mejora del modelo con los datos generados.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Asistente de hogar inteligente con interfaz multimedia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5" name="Google Shape;135;p21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5. Aplicación de principios de HCI en la interfaz multimedia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La aplicación tiene un lenguaje y tono adecuado y coherente en todas las pantallas de la aplicación, en etiquetas, guías, sugerencias y demás.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Utiliza íconos y formas estándares para facilitar el uso de la misma con respecto de ux writing.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idx="4294967295" type="ctrTitle"/>
          </p:nvPr>
        </p:nvSpPr>
        <p:spPr>
          <a:xfrm>
            <a:off x="592500" y="1577900"/>
            <a:ext cx="1119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Montserrat ExtraBold"/>
              <a:buNone/>
            </a:pPr>
            <a:r>
              <a:rPr b="1" lang="es-EC">
                <a:solidFill>
                  <a:srgbClr val="2F549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Asistente de hogar inteligente con interfaz multimedia</a:t>
            </a:r>
            <a:endParaRPr b="1">
              <a:solidFill>
                <a:srgbClr val="2F549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1" name="Google Shape;141;p22"/>
          <p:cNvSpPr txBox="1"/>
          <p:nvPr>
            <p:ph idx="4294967295" type="subTitle"/>
          </p:nvPr>
        </p:nvSpPr>
        <p:spPr>
          <a:xfrm>
            <a:off x="1524000" y="2485575"/>
            <a:ext cx="94941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Consideraciones éticas y de privacidad</a:t>
            </a:r>
            <a:r>
              <a:rPr b="1" lang="es-EC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La aplicación explica de manera detallada al momento de registro como se utilizan los modelos IA para la personalización de experiencia de cada usuario.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Char char="•"/>
            </a:pPr>
            <a:r>
              <a:rPr lang="es-EC">
                <a:latin typeface="Montserrat"/>
                <a:ea typeface="Montserrat"/>
                <a:cs typeface="Montserrat"/>
                <a:sym typeface="Montserrat"/>
              </a:rPr>
              <a:t>También se expone como se trata la información que se recolecta del usuario y en que se utilizará de manera explícita.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25"/>
            <a:ext cx="12192000" cy="684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